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Tonalis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Loja de tintas pensada para daltônicos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9F00"/>
                </a:solidFill>
              </a:rPr>
              <a:t>Desafio de Interface · Design de Interação · SPTech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8DE"/>
                </a:solidFill>
              </a:rPr>
              <a:t>Aluno(a): Caio Godinho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Estudo do tema: o que é daltonismo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</a:rPr>
              <a:t>Dificuldade de distinguir certas cores. Afeta cerca de 8% dos homens e 0,5% das mulheres.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</a:rPr>
              <a:t>Protanopia e deuteranopia: confusão entre vermelho, verde, marrom e laranja (as mais comuns).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</a:rPr>
              <a:t>Tritanopia: confusão entre azul e verde, amarelo e rosa (rara).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</a:rPr>
              <a:t>Acromatopsia: visão quase sem cor (muito rara).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</a:rPr>
              <a:t>O daltônico enxerga, mas as cores perdem a diferença entre si. Não é “ver em preto e branco”.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Por que importa em tintas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91640"/>
            <a:ext cx="2651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Escolher uma cor é o objetivo da compra. Tons parecidos (verde oliva e marrom, rosa e cinza) levam a erros caros: repintar parede, devolver lata, pedir ajuda a terceiros.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Particularidades e dores do público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Catálogos só visuais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Cores identificadas apenas pela amostra. Sem nome, sem código, sem descrição de tom.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Dependência de terceiros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Precisar de familiar ou vendedor para confirmar a cor tira a autonomia do cliente.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Sites que usam só cor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Verde para “ok” e vermelho para “erro” falham. A WCAG 2.1 (critério 1.4.1) proíbe comunicar só pela cor.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Persona: Carlos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Carlos Mendes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38 anos · Arquiteto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São Paulo, SP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69F00"/>
                </a:solidFill>
              </a:rPr>
              <a:t>Deuteranopia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Objetivos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Comprar tinta sozinho, com certeza do tom, e comparar opções rápido.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Frustrações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Confunde verdes com marrons. Já repintou uma parede por erro.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Comportamento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474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Compra pelo celular e pelo notebook. Busca por nome da cor, usa zoom e leitor de tela quando precisa. Valoriza clareza, texto objetivo e botões grandes.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Fonte e cores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Fonte: Atkinson Hyperlegible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Criada pelo Braille Institute para máxima legibilidade. Letras com formas bem distintas (I, l, 1, O, 0) reduzem erros de leitura. Tamanho base de 18 px, bom espaçamento entre linhas e fallback para Verdana.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Cores da interface (paleta Okabe-Ito)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914400" cy="566928"/>
          </a:xfrm>
          <a:prstGeom prst="rect">
            <a:avLst/>
          </a:prstGeom>
          <a:solidFill>
            <a:srgbClr val="0B3C6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</a:rPr>
              <a:t>Azul-marinho · ação principal  #0B3C6F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13432"/>
            <a:ext cx="914400" cy="566928"/>
          </a:xfrm>
          <a:prstGeom prst="rect">
            <a:avLst/>
          </a:prstGeom>
          <a:solidFill>
            <a:srgbClr val="E69F00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23134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</a:rPr>
              <a:t>Laranja · destaque  #E69F00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26664"/>
            <a:ext cx="914400" cy="566928"/>
          </a:xfrm>
          <a:prstGeom prst="rect">
            <a:avLst/>
          </a:prstGeom>
          <a:solidFill>
            <a:srgbClr val="FAFAF7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30266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</a:rPr>
              <a:t>Off-white · fundo  #FAFAF7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39896"/>
            <a:ext cx="914400" cy="566928"/>
          </a:xfrm>
          <a:prstGeom prst="rect">
            <a:avLst/>
          </a:prstGeom>
          <a:solidFill>
            <a:srgbClr val="1A1F2B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37398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</a:rPr>
              <a:t>Grafite · texto  #1A1F2B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06A"/>
                </a:solidFill>
              </a:rPr>
              <a:t>Azul e laranja continuam distintos nos principais tipos de daltonismo. A interface não usa vermelho e verde para comunicar nada.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Conteúdo da primeira página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Cabeçalho com logo, menu e carrinho, e link “Pular para o catálogo”.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Título direto: escolha tintas pelo nome da cor, não só pelo que você enxerga.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Busca em destaque, por nome ou família de cor.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Exemplo de vermelho telha e verde oliva lado a lado, já identificados em texto.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Catálogo com filtros de família e claridade. Cada cartão traz nome, família, claridade e código hexadecimal.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Simulador de protanopia, deuteranopia e tritanopia.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</a:rPr>
              <a:t>Como funciona em 3 passos: buscar, conferir, comparar.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6F"/>
          </a:solidFill>
          <a:ln w="12700">
            <a:solidFill>
              <a:srgbClr val="0B3C6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Acessibilidade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Nunca só cor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Todo dado de cor vem em texto: nome, claridade e código.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Contraste alto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Texto com contraste mínimo de 4,5:1 e modo escuro automático.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Teclado e foco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Foco visível com contorno grosso e link para pular ao conteúdo.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Alvos grandes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Botões e links com pelo menos 48 px de altura.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Leitor de tela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HTML semântico, rótulos nos campos e aria-label nas amostras.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A93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6F"/>
                </a:solidFill>
              </a:rPr>
              <a:t>Simulador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</a:rPr>
              <a:t>Permite ver a mesma cor sob três tipos de daltonismo.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2026-10-25T19:56:33Z</dcterms:created>
  <dcterms:modified xsi:type="dcterms:W3CDTF">2026-10-25T19:56:33Z</dcterms:modified>
</cp:coreProperties>
</file>